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00" autoAdjust="0"/>
    <p:restoredTop sz="80488" autoAdjust="0"/>
  </p:normalViewPr>
  <p:slideViewPr>
    <p:cSldViewPr snapToGrid="0">
      <p:cViewPr>
        <p:scale>
          <a:sx n="75" d="100"/>
          <a:sy n="75" d="100"/>
        </p:scale>
        <p:origin x="1834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8D37D-E033-49C9-97E3-60664E5FA5A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56B95-AE72-4CE9-B8E6-37AD2DF21D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182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AU" dirty="0"/>
              <a:t>add dashed lines from Insert Shapes</a:t>
            </a:r>
          </a:p>
          <a:p>
            <a:pPr marL="171450" indent="-171450">
              <a:buFontTx/>
              <a:buChar char="-"/>
            </a:pPr>
            <a:r>
              <a:rPr lang="en-AU" dirty="0"/>
              <a:t>click and drag over whole image</a:t>
            </a:r>
          </a:p>
          <a:p>
            <a:pPr marL="171450" indent="-171450">
              <a:buFontTx/>
              <a:buChar char="-"/>
            </a:pPr>
            <a:r>
              <a:rPr lang="en-AU" dirty="0"/>
              <a:t>Save As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56B95-AE72-4CE9-B8E6-37AD2DF21D9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589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4241-026F-1BFD-A0DC-262E81E20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BBB46-F623-3BAF-BE25-31F7905EA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6B0E-955D-AB76-2B50-C3F42AC2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C0109-FF80-8420-5896-EA074F73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80E2F-2C41-47C1-063F-3BB0339B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24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2EF01-E4AA-7F37-63AB-7EA9B00F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22C0A-CBBF-9B96-2C8D-63AA4926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76AF4-B0AB-782D-8C22-833B06766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77C26-8CD8-1615-C8E2-9EF27C32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542D-0D5C-EC49-29F6-56B43FC5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97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D56B-AB23-9471-D3FA-E3235F2A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B7F42-AE35-FCB2-A1A7-82D27C564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58D2E-3FE3-CA72-81C7-3A619115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566FF-696A-EEA6-5AA3-8C267FFC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38C54-FF2C-A1BB-10C0-DAB32D8C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5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160B-26F3-CFED-637E-3D75DAED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00110-CCEF-09D1-2CF7-C9A7E0618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EB667-1A52-5309-4733-762294742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CA2A7-4BF4-9EC2-F658-1FB2F0FC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B0D4B-C625-41FF-4D48-A360D9034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59B05-3552-F97E-6055-13831C76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48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F989-5364-0A96-28A7-EAF84455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F7356-3B29-CA99-B752-A90BE3CC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47146-DC5A-0847-CF0F-8A145067A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E03BC-A624-562F-507A-48F334EA4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CFD66-009C-3F14-5B16-96673F28A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B2354-FE4E-A27F-7CFE-4A800B15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E5A73-07A5-BCE4-BEAF-D2B45454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17694-3107-4083-46D0-B8C788BD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3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AD96-F587-5CB5-A556-E92B1073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C5FF0-8928-29A5-FE79-8290534E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3F427F-F5DB-E471-D7B3-2434DEBC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63A84-5CDB-F9CE-9810-CFB67807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694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BA692-449D-C312-3B6E-78BEC3B8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19F4F-44D9-EAC1-79E0-4964246A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16B4F-DB28-3CE2-6887-8073A420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60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B15BA-E1E7-50BA-7D2A-82AF5DEA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B2AB-D743-FF15-58AB-30D6FB51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D67AA-A44E-792D-0EC3-379301858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57488-7481-B74C-467F-3DC78A84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100B9-747D-D447-C561-07A1E38E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F41D9-DC84-7F6D-5218-389F4656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283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9E8F-4309-11D1-CE31-594D7A23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58B50-F260-3E2B-7729-93198A383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E734D-552B-A07D-1D0B-582941B2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DFDD1-1B1C-1C3F-4262-1A686722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5EC27-B60E-FA3A-D317-E7D40B09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C6D88-556D-D9C8-7136-6E896335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44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FC6E-11C1-B236-9AA7-D4FC632B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E9A1E-149F-E35C-0C34-754D3F888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E166-21F9-DFD7-2BE1-B66B040B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CD221-383D-2E6E-0AAB-6C988991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9E74E-1721-0C5E-AA15-DA960AEB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366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245476-6094-5F2A-7B72-F3FF07793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483DB-A88D-892C-94F6-4C5A5FF56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E35D-20E4-D7C6-6002-7D07CB3A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39482-56E5-8AC1-D5FE-ADA3B64A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374F1-93C4-0FE1-A44C-F7F7C787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613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30509D-A9D4-A81F-8A1C-5C487ABD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F24D0-4F9A-E148-56DB-A1990E2BE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D96B1-47B5-CCB6-87D2-4606F2D8C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F6DF2-3FFA-4E62-BE6D-4E7A647E344B}" type="datetimeFigureOut">
              <a:rPr lang="en-AU" smtClean="0"/>
              <a:t>14/01/2026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B704D-82B7-48ED-CC5B-122E5EC86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9D6A9-E2EF-D4D1-8A98-BAE288DDD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5BB0C-BD66-4E03-83CA-CF498A4E83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205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sizes of text&#10;&#10;AI-generated content may be incorrect.">
            <a:extLst>
              <a:ext uri="{FF2B5EF4-FFF2-40B4-BE49-F238E27FC236}">
                <a16:creationId xmlns:a16="http://schemas.microsoft.com/office/drawing/2014/main" id="{995AD5B4-F9E5-6589-8D9C-50CDECA38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395" y="1371596"/>
            <a:ext cx="5029210" cy="411480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73D600-9B85-38A0-FC56-6186E5B82AC6}"/>
              </a:ext>
            </a:extLst>
          </p:cNvPr>
          <p:cNvCxnSpPr>
            <a:cxnSpLocks/>
          </p:cNvCxnSpPr>
          <p:nvPr/>
        </p:nvCxnSpPr>
        <p:spPr>
          <a:xfrm>
            <a:off x="5438775" y="1615440"/>
            <a:ext cx="361950" cy="0"/>
          </a:xfrm>
          <a:prstGeom prst="line">
            <a:avLst/>
          </a:prstGeom>
          <a:ln>
            <a:solidFill>
              <a:srgbClr val="33333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D1D43D-8739-11CA-5BE0-1EE024034285}"/>
              </a:ext>
            </a:extLst>
          </p:cNvPr>
          <p:cNvCxnSpPr>
            <a:cxnSpLocks/>
          </p:cNvCxnSpPr>
          <p:nvPr/>
        </p:nvCxnSpPr>
        <p:spPr>
          <a:xfrm>
            <a:off x="6829425" y="1615440"/>
            <a:ext cx="361950" cy="0"/>
          </a:xfrm>
          <a:prstGeom prst="line">
            <a:avLst/>
          </a:prstGeom>
          <a:ln>
            <a:solidFill>
              <a:srgbClr val="33333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6B4185-A936-8E65-768F-566B71086A02}"/>
              </a:ext>
            </a:extLst>
          </p:cNvPr>
          <p:cNvCxnSpPr>
            <a:cxnSpLocks/>
          </p:cNvCxnSpPr>
          <p:nvPr/>
        </p:nvCxnSpPr>
        <p:spPr>
          <a:xfrm>
            <a:off x="5438775" y="4217670"/>
            <a:ext cx="361950" cy="699135"/>
          </a:xfrm>
          <a:prstGeom prst="line">
            <a:avLst/>
          </a:prstGeom>
          <a:ln>
            <a:solidFill>
              <a:srgbClr val="33333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8607AE-F49E-C172-6F36-DF8DDC6BF6F8}"/>
              </a:ext>
            </a:extLst>
          </p:cNvPr>
          <p:cNvCxnSpPr>
            <a:cxnSpLocks/>
          </p:cNvCxnSpPr>
          <p:nvPr/>
        </p:nvCxnSpPr>
        <p:spPr>
          <a:xfrm>
            <a:off x="6829425" y="2670810"/>
            <a:ext cx="348615" cy="2245995"/>
          </a:xfrm>
          <a:prstGeom prst="line">
            <a:avLst/>
          </a:prstGeom>
          <a:ln>
            <a:solidFill>
              <a:srgbClr val="33333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50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 Cunningham</dc:creator>
  <cp:lastModifiedBy>Emer Cunningham</cp:lastModifiedBy>
  <cp:revision>1</cp:revision>
  <dcterms:created xsi:type="dcterms:W3CDTF">2026-01-14T05:40:10Z</dcterms:created>
  <dcterms:modified xsi:type="dcterms:W3CDTF">2026-01-14T05:44:33Z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2026-01-14T05:44:33Z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53b5b4b7-55de-4202-a4e0-d43d3c5e7e18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